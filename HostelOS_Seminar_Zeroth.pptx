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sec. State the full project title once, clearly, then your team and guide/coordinator names — don't linger. 'Good morning/afternoon, we're presenting HostelOS, an intelligent hostel operations, safety and resource optimization platform.' Then move on immediately; the panel can read the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orientation slide, ~15 seconds. Just read the eight section names aloud in order so the panel knows the shape of the talk before you start — don't explain any of them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Open with the pain, not the platform: 'A hostel runs attendance, leave, gate movement, complaints, mess and maintenance all at once — but most software today just puts a form online for each one separately.' Point at the two stat chips as you say each: 12+ modules to coordinate, safety needs round-the-clock response. Land the last line at the circle: 'HostelOS brings all of it under one intelligent platform.' That's the setup — now into the existing research landscape.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~50-60 sec. Start with the most recent work. Say: 'Even the most recent 2026 survey on QR access control confirms security and robustness are still open problems. From 2024 onward, systems stay hardware- or single-domain-focused — smart locks, IoT energy/safety, or row 2, ML-based complaint classification, but only in healthcare, not facilities.' Don't read the methodology/limitation cells verbatim — paraphrase from memory. Move to slide 2 of the review for the earlier foundational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sec. Frame this as the foundational half of the review, working backward in time. Say: 'Going back further, from 2023 to 2018, the pattern is the same root cause — RFID, biometrics or QR each used purely for access control or attendance, each a standalone hardware-dependent system.' Land the gap line at the bottom slowly — that's your differentiation statement: no dedicated hardware, QR only for exceptions, one shared intelligence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sec. Read the four bullets as one continuous argument, not a list: digitization without intelligence -&gt; isolated modules -&gt; hardware-dependent access control adds cost and daily friction -&gt; no platform unifies all of it. Then point at the dark research-gap box. Keep this tight; it sets up the platform overview coming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Walk the four cards left-to-right, one short phrase each: 'Administration covers the everyday records. Safety covers presence and exceptional movement, plus SOS. Intelligence Alerts is where the AI sits — complaint classification, predictive maintenance, forecasting. Insight is the admin's dashboard view of all of it.' Close with: 'That's how the platform ties together — now let's look at what we set out to achieve.'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~70 sec. Nine grouped objectives, three per row. Present by theme, one breath per row: row 1 is core administration and allocation. Row 2 is the intelligence and safety layer. Row 3 is the newer additions — SOS response, entertainment/fitness corner, hostel finance, and the public showcase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sec. Walk this top to bottom, one breath per layer: presentation, application/service, intelligence, data, notification &amp; security. Close with the source-of-truth line — that's your segue into the QR workflow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sec. Walk the 6-step QR flow left to right: request, approve, generate, scan, verify, update. Emphasize: routine movement needs no QR at all. Close with the methods strip.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sec. Keep this brisk — it's a reference slide. Left side: 'Hardware needs are minimal since we dropped NFC/RFID — a standard application server, and everyday student/staff devices for the client side. Wi-Fi and CCTV are optional additions.' Right side: 'Software stack is a fairly standard modern web stack — FastAPI or Express backend, PostgreSQL, React web frontend, Flutter for mobile, scikit-learn for the ML pieces.' Don't read every row — just note the pattern: nothing exotic, deliberately practical choices.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sec. One breath per teammate, name -&gt; module -&gt; one-line summary: 'Gokul owns core administration — records, allocation, presence and the QR workflow itself. Jeen owns safety — SOS, the fire/first-aid map, and the pre-complaint self-check. Adithyan owns the intelligence layer — all four AI/analytics pieces. Albi owns resident services and finance — mess, payments, amenities and the public-facing side.' This shows the split maps cleanly onto the architecture layers already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sec. Slow down here, this is the closing impression. Say it in three beats matching the three paragraphs. Make eye contact on the last line, don't read it off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sec. Don't read these aloud — just say 'References are listed here, happy to point to any of them' and pause for questions. This slide's job is to sit on screen during Q&amp;A, not to be presented.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486400" cy="5486400"/>
          </a:xfrm>
          <a:prstGeom prst="ellipse">
            <a:avLst/>
          </a:prstGeom>
          <a:ln w="1905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731520"/>
            <a:ext cx="4206240" cy="4206240"/>
          </a:xfrm>
          <a:prstGeom prst="ellipse">
            <a:avLst/>
          </a:prstGeom>
          <a:ln w="1905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-91440"/>
            <a:ext cx="2926080" cy="2926080"/>
          </a:xfrm>
          <a:prstGeom prst="ellipse">
            <a:avLst/>
          </a:prstGeom>
          <a:ln w="19050">
            <a:solidFill>
              <a:srgbClr val="9FD8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HostelOS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974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Hostel Operations, Safety and Resource Optimization Platform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2452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Gokul SR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4224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BMC23CS056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4515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Jeen George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46451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BMC23CS057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06577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Adithyan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50657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BMC23CS094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86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Albi Thomas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LBMC23CS105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3840480"/>
            <a:ext cx="0" cy="214884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38404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&amp; COORDINATOR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2245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45537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Manolekshmi I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51389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Coordinator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54681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Jayakrishnan 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217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&amp;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208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20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78992" y="26243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" y="32826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9410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HostelOS Brings Together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202082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0208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48272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267919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48272" y="26243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Methodology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7920" y="333756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48272" y="328269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399592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3995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48272" y="394106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Hostel Operations Need Intelligence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7665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76200" dist="25400" dir="5400000">
              <a:srgbClr val="8C97A6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6309360" cy="3657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Hostels manage a dense mix of people, rooms, safety and daily resources — attendance, leave, gate movement, complaints, mess, maintenance and emergencies — all at once.
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hostel software mainly digitizes forms.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for fees, complaints, mess and rooms are usually built in isolation.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little of this data is used for prediction, automation or decision support.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635240" y="196596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0" y="20574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25877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modules to coordinate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35240" y="32461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0" y="3337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8679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emergency response need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29700" y="4663440"/>
            <a:ext cx="1188720" cy="1188720"/>
          </a:xfrm>
          <a:prstGeom prst="ellipse">
            <a:avLst/>
          </a:prstGeom>
          <a:solidFill>
            <a:srgbClr val="1C7293"/>
          </a:solidFill>
          <a:ln w="28575">
            <a:solidFill>
              <a:srgbClr val="9FD8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29700" y="4828032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29700" y="532180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59436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intelligent platform — HostelOS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30647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30647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·  1 OF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— Recent Studies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11475720" cy="4297680"/>
        </p:xfrm>
        <a:graphic>
          <a:graphicData uri="http://schemas.openxmlformats.org/drawingml/2006/table">
            <a:tbl>
              <a:tblPr/>
              <a:tblGrid>
                <a:gridCol w="502920"/>
                <a:gridCol w="1417320"/>
                <a:gridCol w="548640"/>
                <a:gridCol w="2606040"/>
                <a:gridCol w="3337560"/>
                <a:gridCol w="3063240"/>
              </a:tblGrid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 No.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Alsawi &amp; Ibrahim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Code-Based Access Control Systems: Architectural Taxonomy, Security Landscape, and Future Directions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literature review (2015–2023) of QR-based access-control architectures across major databases.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Survey-level analysis only; identifies recurring security/robustness gaps without a deployed system.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 et al. (JMIR)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Classification of Patient Complaints Using Machine Learning and NLP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ML/NLP pipeline with SMOTE class balancing trained on real complaint records to auto-classify complaints.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(healthcare) dataset; not evaluated on hostel or facility-management complaints.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Conf. Publication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Hostel Management Through the IoT: Reducing Energy Consumption, Securing Access, and Preventing Theft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sensor network (occupancy, RFID/NFC locks, gas-leak detectors) for automated energy and safety monitoring.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Purely IoT/hardware-centric; lacks predictive analytics or a unified administrative dashboard.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Adedoyin &amp; Olukoya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of a Smart Lock System Using QR Code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Microcontroller-driven smart lock verifies server-issued QR credentials before actuating a solenoid lock.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Purely a hardware access-control unit; no integration with attendance, complaints or resources.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Tan, S. 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Hostel Management System (Final Year Project)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web app digitizing hostel administrative workflows to replace manual, paper-based processes.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Digitizes administration only; no predictive analytics or AI decision support.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6035040"/>
            <a:ext cx="11475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work (2024–2026): still hardware- or single-domain-focused — smart locks, IoT energy/safety, ML-based complaint classification (healthcare only) — none unify a hostel's full operational scope.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30647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30647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 ·  2 OF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— Earlier Studies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00200"/>
          <a:ext cx="11475720" cy="4297680"/>
        </p:xfrm>
        <a:graphic>
          <a:graphicData uri="http://schemas.openxmlformats.org/drawingml/2006/table">
            <a:tbl>
              <a:tblPr/>
              <a:tblGrid>
                <a:gridCol w="502920"/>
                <a:gridCol w="1417320"/>
                <a:gridCol w="548640"/>
                <a:gridCol w="2606040"/>
                <a:gridCol w="3337560"/>
                <a:gridCol w="3063240"/>
              </a:tblGrid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 No.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Jain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Door Access Control System Based on QR 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ESP-based door controller decodes server-issued QR codes to grant or deny physical access.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Access-control focus only; no student leave/presence state behind QR issuance.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Bhardwaj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Technology Based Smart Hostel Management System Using AI and IoT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Facial-recognition cameras with an edge/cloud pipeline for real-time visitor detection and alerts.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Camera/edge-hardware heavy and privacy-sensitive; not linked to broader hostel administration.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Singh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Based Smart Hostel Management System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and PIR motion sensors networked via IoT to auto-log attendance and control room power.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 scope (attendance/power only); no complaints, mess, inventory or safety integration.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Patel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Hostel Management System with QR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codes generated and scanned at the hostel gate for daily attendance and access verification.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used for routine daily attendance, adding friction; no exception-based or server-side model.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Okokpujie et al.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Smart Hostel Management System Using RFID and Biometric 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RFID tags with biometric (fingerprint) verification integrated for hostel entry and attendance logging.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dedicated RFID/biometric hardware at every access point; no AI-based decision layer.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6035040"/>
            <a:ext cx="11475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addressed by HostelOS: no dedicated access-control hardware; QR is used only for exceptional movement; a shared intelligence layer spans complaints, maintenance, mess and inventory.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30222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230222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Conventional Hostel Systems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69494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640080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hostel-management software mainly digitizes administrative activity and operates as isolated modules.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provides limited intelligence, automation and predictive decision support.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has historically depended on extra hardware (RFID/biometric readers), adding cost and daily friction even for routine, permitted movement.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platform combining administration, safety, predictive analytics and resource optimization for a hostel.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818120" y="2011680"/>
            <a:ext cx="3794760" cy="4023360"/>
          </a:xfrm>
          <a:prstGeom prst="roundRect">
            <a:avLst>
              <a:gd name="adj" fmla="val 1928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92440" y="2240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D8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2697480"/>
            <a:ext cx="3291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lies between basic hostel-management software and a unified intelligent platform that combines administration, safety, predictive analytics and resource optimization — which HostelOS is designed to close.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HostelOS Brings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0116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23113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room/bed, leave, fees and visitor records in one system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226771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37960" y="2267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23113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83464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tracking, exceptional-movement authorization and SOS/emergency response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45079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4714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Alerts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74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classification, predictive maintenance, meal &amp; inventory forecasting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2519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45079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4507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4471416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507492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dashboards, analytics and simulation for administrative planning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29384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874520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Administration &amp; Presence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04872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hostel administration digitized end-to-end, with secure presence tracking and exceptional-movement authorization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929384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26280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1874520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Room &amp; Amenity Allocation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404872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Constraint-based, explainable room allocation, plus Wi-Fi and gym/recreation slot booking with subscription plans and payment-deadline reminders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783080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1929384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0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05088" y="1874520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Complaint Intelligence &amp; Self-Check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404872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complaint classification and priority routing, with a guided pre-complaint self-check (e.g. MCB/valve status) before formal registration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282696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42900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3374136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Maintenance &amp; Safety Map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904488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maintenance needs from historical records; digital blueprint of fire alarms, extinguishers and first-aid stations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43400" y="3282696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26280" y="342900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2628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910328" y="3374136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 &amp; Inventory Forecasting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3904488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meals and inventory demand to reduce food waste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138160" y="3282696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21040" y="342900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32104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705088" y="3374136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(SOS) Response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904488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with acknowledgement tracking and a full audit trail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782312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492861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31520" y="4928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115568" y="4873752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Entertainment &amp; Fitness Corner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731520" y="5404104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recreational and fitness space added as a bookable hostel resource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343400" y="4782312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26280" y="492861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526280" y="4928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910328" y="4873752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Hostel Account Manager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4526280" y="5404104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expenditure tracking for transparent hostel financial administration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38160" y="4782312"/>
            <a:ext cx="352044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25400" dir="5400000">
              <a:srgbClr val="8C97A6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321040" y="492861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1C7293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21040" y="49286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705088" y="4873752"/>
            <a:ext cx="2770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Analytics, Simulation &amp; Showcase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8321040" y="5404104"/>
            <a:ext cx="31546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and simulation for planning, plus an app link on the college website showcasing hostel services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599993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599993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METHODOLOGY  ·  1 OF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1109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12700" dir="5400000">
              <a:srgbClr val="8C97A6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27632"/>
            <a:ext cx="9144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0078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1993392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993392"/>
            <a:ext cx="104241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112" y="1993392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39112" y="1993392"/>
            <a:ext cx="104241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9544" y="1993392"/>
            <a:ext cx="1942186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09544" y="1993392"/>
            <a:ext cx="194218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Website Widget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37744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505456"/>
            <a:ext cx="11109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12700" dir="5400000">
              <a:srgbClr val="8C97A6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505456"/>
            <a:ext cx="91440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2578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SERVICE LAYER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2871216"/>
            <a:ext cx="1117397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2871216"/>
            <a:ext cx="1117397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RBAC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14093" y="2871216"/>
            <a:ext cx="1267358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114093" y="2871216"/>
            <a:ext cx="1267358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&amp; Leave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09467" y="2871216"/>
            <a:ext cx="1042416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09467" y="2871216"/>
            <a:ext cx="104241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79899" y="2871216"/>
            <a:ext cx="1492301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79899" y="2871216"/>
            <a:ext cx="1492301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&amp; Inventory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0216" y="2871216"/>
            <a:ext cx="1642262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0216" y="2871216"/>
            <a:ext cx="1642262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Finance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3255264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11109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12700" dir="5400000">
              <a:srgbClr val="8C97A6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383280"/>
            <a:ext cx="91440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34564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 (AI / ANALYTICS)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374904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8680" y="3749040"/>
            <a:ext cx="179222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Classifier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88920" y="3749040"/>
            <a:ext cx="1942186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88920" y="3749040"/>
            <a:ext cx="194218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59122" y="3749040"/>
            <a:ext cx="2017166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59122" y="3749040"/>
            <a:ext cx="2017166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Meal/Inventory Forecast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04304" y="37490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004304" y="3749040"/>
            <a:ext cx="141732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Allocation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549640" y="3749040"/>
            <a:ext cx="1267358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549640" y="3749040"/>
            <a:ext cx="1267358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760720" y="4133088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" y="4261104"/>
            <a:ext cx="111099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12700" dir="5400000">
              <a:srgbClr val="8C97A6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4261104"/>
            <a:ext cx="91440" cy="585216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77240" y="433425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68680" y="4626864"/>
            <a:ext cx="6216091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68680" y="4626864"/>
            <a:ext cx="6216091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Database — Student · Room · Finance · Complaints · Inventory · Presence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760720" y="4846320"/>
            <a:ext cx="548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548640" y="4974336"/>
            <a:ext cx="111099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50800" dist="12700" dir="5400000">
              <a:srgbClr val="8C97A6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8640" y="4974336"/>
            <a:ext cx="91440" cy="7498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77240" y="5047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&amp; SECURITY LAYER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868680" y="53400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68680" y="5340096"/>
            <a:ext cx="141732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/ Emergency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414016" y="5340096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2414016" y="5340096"/>
            <a:ext cx="1792224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Safety Alerts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34256" y="534009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334256" y="5340096"/>
            <a:ext cx="1417320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879592" y="5340096"/>
            <a:ext cx="1192378" cy="310896"/>
          </a:xfrm>
          <a:prstGeom prst="roundRect">
            <a:avLst>
              <a:gd name="adj" fmla="val 50000"/>
            </a:avLst>
          </a:prstGeom>
          <a:solidFill>
            <a:srgbClr val="EAF1F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879592" y="5340096"/>
            <a:ext cx="1192378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Email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548640" y="5888736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is the source of truth for every layer; all QR validation happens server-side.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599993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599993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/ METHODOLOGY  ·  2 OF 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Exceptional-Movement QR Workflow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0665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30428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240280" y="20116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96312" y="201168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9464" y="20665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230428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87952" y="20116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43984" y="201168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17136" y="20665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89704" y="230428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token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135624" y="20116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91656" y="201168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4808" y="20665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30428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QR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83296" y="20116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39328" y="201168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12480" y="20665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85048" y="230428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030968" y="20116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287000" y="2011680"/>
            <a:ext cx="16916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360152" y="206654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0" y="230428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3375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working-day movement needs no QR. </a:t>
            </a:r>
            <a:pPr indent="0" marL="0">
              <a:buNone/>
            </a:pPr>
            <a:r>
              <a:rPr lang="en-US" sz="12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applies only to late returns, holiday outings, medical or personal visits — invalid, expired or reused tokens are rejected and logged.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11109960" cy="685800"/>
          </a:xfrm>
          <a:prstGeom prst="roundRect">
            <a:avLst>
              <a:gd name="adj" fmla="val 10667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4114800"/>
            <a:ext cx="10652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Supervised text classification (complaints)  ·  Time-series/regression (meal &amp; inventory forecast)  ·  Risk classification (maintenance)  ·  Constraint optimization (room allocation)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Software Specifications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394960" cy="384048"/>
          </a:xfrm>
          <a:prstGeom prst="roundRect">
            <a:avLst>
              <a:gd name="adj" fmla="val 19048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677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560320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 — 2–4 vCPU, 4–8 GB RAM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834640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server with persistent SSD storage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108960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OS (Ubuntu or equivalent)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7472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Client-side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767328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(Android / iOS) — student &amp; staff apps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041648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 / laptops — admin &amp; warden dashboards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315968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camera — QR scanning, no dedicated hardware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8172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 / Peripheral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974336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access points — amenity booking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248656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 cameras — optional controlled component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522976"/>
            <a:ext cx="480060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switch / router — hostel LAN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1783080"/>
            <a:ext cx="544068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783080"/>
            <a:ext cx="544068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1783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37744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or Express (Node.js)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761488"/>
            <a:ext cx="5440680" cy="420624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46520" y="279806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279806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321868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frontend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321868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3602736"/>
            <a:ext cx="5440680" cy="420624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46520" y="36393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3639312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React Native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059936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059936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Prophet / regression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4443984"/>
            <a:ext cx="5440680" cy="420624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465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44805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middleware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49011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321040" y="4901184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 generation + camera-based scan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5285232"/>
            <a:ext cx="5440680" cy="420624"/>
          </a:xfrm>
          <a:prstGeom prst="rect">
            <a:avLst/>
          </a:prstGeom>
          <a:solidFill>
            <a:srgbClr val="F2F5F8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46520" y="532180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&amp; Hosting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321040" y="5321808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Docker, Antigravity IDE, Cloud VM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230222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230222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Division Among Team Members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539496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18379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Gokul SR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83794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BMC23CS056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3865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Administration &amp; Identity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6974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Student/accommodation records &amp; RBAC authentication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00380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Room/bed management &amp; smart allocation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3101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tracking &amp; exceptional-movement QR workflow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63640" y="178308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78308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263640" y="2057400"/>
            <a:ext cx="539496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18379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Jeen George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183794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BMC23CS057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23865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Emergency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6974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SOS/emergency alerts with audit trail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00380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Fire/first-aid safety mapping (blueprint)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3101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QR verification &amp; security logging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61645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Pre-complaint self-check (e.g. MCB/valve)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25196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146E93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526280"/>
            <a:ext cx="5394960" cy="274320"/>
          </a:xfrm>
          <a:prstGeom prst="rect">
            <a:avLst/>
          </a:prstGeom>
          <a:solidFill>
            <a:srgbClr val="146E9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3068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Adithyan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566160" y="430682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BMC23CS094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855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Analytics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51663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complaint classification &amp; priority routing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4726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from historical records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57790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Meal/inventory forecasting &amp; waste analysis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60853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 &amp; admin analytics dashboard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3640" y="4251960"/>
            <a:ext cx="539496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sx="100000" sy="100000" kx="0" ky="0" algn="bl" rotWithShape="0" blurRad="63500" dist="25400" dir="5400000">
              <a:srgbClr val="8C97A6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425196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21295C"/>
          </a:solidFill>
          <a:ln/>
        </p:spPr>
      </p:sp>
      <p:sp>
        <p:nvSpPr>
          <p:cNvPr id="36" name="Shape 34"/>
          <p:cNvSpPr/>
          <p:nvPr/>
        </p:nvSpPr>
        <p:spPr>
          <a:xfrm>
            <a:off x="6263640" y="4526280"/>
            <a:ext cx="5394960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2240" y="43068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Albi Thomas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4306824"/>
            <a:ext cx="2148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LBMC23CS105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485546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Services &amp; Finance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492240" y="516636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 &amp; inventory management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492240" y="54726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subscriptions &amp; account manager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57790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 booking (Wi-Fi, gym, fitness corner)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492240" y="608533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showcase &amp; notifications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ln w="1524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0292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Practical, Unified Platform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0607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 integrates administration, safety and an AI-assisted decision-support layer — complaint classification, predictive maintenance, and meal/inventory forecasting — that conventional hostel software lacks.
</a:t>
            </a:r>
            <a:pPr indent="0" marL="0">
              <a:spcAft>
                <a:spcPts val="800"/>
              </a:spcAft>
              <a:buNone/>
            </a:pPr>
            <a:r>
              <a:rPr lang="en-US" sz="15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NFC/RFID and limiting QR to exceptional movement keeps the gate practical: routine college travel needs no authorization, while exceptional movement stays explicitly authorized, server-verified and traceable.
</a:t>
            </a:r>
            <a:pPr indent="0" marL="0">
              <a:spcAft>
                <a:spcPts val="800"/>
              </a:spcAft>
              <a:buNone/>
            </a:pPr>
            <a:r>
              <a:rPr lang="en-US" sz="15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reduced manual work, better resource utilization, faster complaint resolution, and stronger, auditable safety response.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103120" cy="384048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55448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Okokpujie, K. O. (2018). A Smart Hostel Management System Using RFID and Biometric Technology. Procedia Computer Science.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751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97510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Patel, K. et al. (2020). Hostel Management System with QR. International Journal of Computer Applications.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957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39572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Singh, S. et al. (2020). IoT Based Smart Hostel Management System. 4th International Conference on Intelligent Computing and Control Systems (ICICCS).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8163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81635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Bhardwaj, S. et al. (2022). Hybrid Technology Based Smart Hostel Management System Using Artificial Intelligence and Internet of Things.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369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236976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Jain, A. et al. (2023). Smart Door Access Control System Based on QR Code. International Journal of Informatics and Communication Technology.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57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65760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Tan, S. H. (2024). Hostel Management System. Final Year Project, Tunku Abdul Rahman University of Management and Technology.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07822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078224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Adedoyin, M. &amp; Olukoya, F. (2024). Development of a Smart Lock System Using QR Code Technology. ABUAD Journal of Engineering Research and Development.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98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498848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Conference Publication (2025). Smart Hostel Management Through the IoT: Reducing Energy Consumption, Securing Access, and Preventing Theft.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194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919472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Yu, G. et al. (2025). Intelligent Classification of Patient Complaints Using Machine Learning and NLP. Journal of Medical Internet Research.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4009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5340096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Alsawi, W. &amp; Ibrahim, D. M. (2026). QR Code-Based Access Control Systems: Architectural Taxonomy, Security Landscape, and Future Research Directions. International Journal of Advanced Computer Science and Applications.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60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760720"/>
            <a:ext cx="1051560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 — Revised QR Project Document (v2), Department project description, [Institution Name].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2026-09-23T20:36:00Z</dcterms:created>
  <dcterms:modified xsi:type="dcterms:W3CDTF">2026-09-23T20:36:00Z</dcterms:modified>
</cp:coreProperties>
</file>